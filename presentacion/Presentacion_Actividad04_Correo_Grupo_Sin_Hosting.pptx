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438bafb6-b42e-b2c5-96bf-5ba770819b53}">
          <p14:sldIdLst>
            <p14:sldId id="256"/>
          </p14:sldIdLst>
        </p14:section>
        <p14:section name="Entorno" id="{948b7776-6ea7-c030-43af-c021e0d0a475}">
          <p14:sldIdLst>
            <p14:sldId id="257"/>
          </p14:sldIdLst>
        </p14:section>
        <p14:section name="Laboratorio 12" id="{7230a084-acb1-a63d-3da9-163e3cbac951}">
          <p14:sldIdLst>
            <p14:sldId id="258"/>
            <p14:sldId id="259"/>
            <p14:sldId id="260"/>
          </p14:sldIdLst>
        </p14:section>
        <p14:section name="Laboratorio 13" id="{f5852f73-2920-d3e2-b098-490738677477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esultados" id="{ed2f0375-d3af-587d-806f-16df123f81c9}">
          <p14:sldIdLst>
            <p14:sldId id="267"/>
          </p14:sldIdLst>
        </p14:section>
        <p14:section name="Cierre" id="{8242fab4-7baa-78a6-0507-47ae4f40c642}">
          <p14:sldIdLst>
            <p14:sldId id="268"/>
            <p14:sldId id="269"/>
          </p14:sldIdLst>
        </p14:section>
        <p14:section name="Final" id="{e011a8e6-3ed7-7f4e-1067-b85fa95c061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poner en marcha el correo institucional del dominio de laboratorio y demostrar el envío y la recepción entre buzones con conexiones cifradas.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LUCAS. red_dns de las actividades anteriores + mail (10.10.10.25, horizonte.internal) y mail2 (10.10.10.26, familia.internal). Usan el resolutor Unbound 10.10.10.4. Docker publica 9993→993 y 9587→587 para Thunderbird. apt daba 403 por HTTP: espejo HTTPS en mail, mail2 y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JACQUELINE. Configuración inicial: 5/12. swaks desde el cliente: un correo de un dominio ajeno a otro ajeno respondió 250 queued → relay abierto: spammers lo usarían y el dominio terminaría en listas negras.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JACQUELINE. mydestination = dominios propios; mynetworks solo 127.0.0.0/8 y la PC de secretaría; smtpd_relay_restrictions con reject_unauth_destination aplica ambas. Banner sin versión, sin VRFY, Maildir, alias inscripciones. Resultado: 554 Relay access denied y 12/12.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MARÍA. Con nc: 220 saludo, 250 EHLO/MAIL FROM/RCPT TO, 354 DATA, 250 queued, 221 bye. VRFY ya no aparece. mail.log: relay=mail.familia.internal[10.10.10.26]:25, status=sent; alias con orig_to=inscripciones. STARTTLS oportunista: TLS 1.3, TLS_AES_256_GCM_SHA384, aunque el certificado sea autofirmado.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LIZETH. Dovecot: ssl = required (yes todavía permite sin cifrar), inet_listener imap port = 0 (143 cerrado), service auth unix_listener para que Postfix valide usuarios (SASL). curl lee STATUS INBOX; openssl: emisor CA Correo Laboratorio, Verification OK. 143 cerrado.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LIZETH. submission: smtpd_tls_security_level=encrypt, relay/recipient restrictions permit_sasl_authenticated,reject, sender restrictions reject_sender_login_mismatch. Cuatro pruebas con swaks.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LIMBER. Los cuatro registros con dig. SPF: solo el MX envía (-all = el resto falla). DKIM: clave pública RSA 2048 en mail._domainkey. DMARC: p=quarantine, informes a dmarc@, alineación estricta. OpenDKIM usa su propio resolvedor: Nameservers 10.10.10.4, si no, key not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LIMBER. En mail2: spf.check2 → 10.10.10.25 pass, 10.10.10.26 fail. opendkim-testmsg valida la firma; al cambiar solo el asunto: dkim_eom(): Bad signature. Alineación DMARC: From, d= de la firma y sobre del mismo dominio.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JUNIORS. Received inferior: from cliente 10.10.10.50 (entra por 587). DKIM-Signature d=horizonte.internal s=mail. Received superior: from mail.horizonte.internal 10.10.10.25 (puerto 25 a mail2). Received-SPF Pass client-ip=10.10.10.25. Authentication-Results dkim=pass.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JUNIORS. hosts: 127.0.0.1 mail.horizonte.internal (el nombre del certificado). CA del laboratorio importada. IMAP 9993 SSL/TLS, SMTP 9587 STARTTLS, contraseña normal, usuario sin el dominio. Secretaría escribe "Inscripciones 2027" a la directora rosario.vaca. Ctrl+U: with ESMTPSA (TLS + autenticación), 10.10.10.1 = gateway de Docker, From sobrefirmado.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TODOS. 12/12 Lab 12 y 15/15 Lab 13 (antes 10/15 por falta de curl). Problemas: unbound no instalado, apt 403, faltaba reinstalar, comillas de PowerShell, curl, hosts en Windows, puerto 143 en Thunderbird.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(Claude) explicó parámetros y ayudó a diagnosticar; todo se comprobó con postconf, swaks, mail.log, dig, openssl o los verificadores. No se pegaron claves privadas (DKIM mail.private, ca-correo.key) ni contraseñas reales; no se abrió mynetworks ni se desactivó TLS.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Orden: Lucas → Jacqueline → José María → Lizeth → Limber → Juniors →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12/12 y 15/15.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Actividad 04 · Correo institucional seguro · Grupo Sin Hosting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rupo-Sin-Hosting/Actividad-04-Correo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Correo institucional seguro para la U.E. Horizonte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Actividad 04 · Laboratorios 12 y 13 · Postfix, Dovecot, SPF, DKIM y DMARC · Tecnología Web I (SIS-0150)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Grupo Sin Hosting: Jacqueline Cáceres · Lucas Carrasco · José María Orihuela · Juniors Parapaino · Limber Quispe · Lizeth Rodríguez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Docente: M.Sc. Ing. Jimmy Nataniel Requena Llorentty · UPDS · 26/10/2026 · github.com/Grupo-Sin-Hosting/Actividad-04-Correo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escenario: dos dominios de correo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Lucas</a:t>
            </a:r>
            <a:endParaRPr lang="en-US" sz="1300" dirty="0"/>
          </a:p>
        </p:txBody>
      </p:sp>
      <p:pic>
        <p:nvPicPr>
          <p:cNvPr id="6" name="Diagrama de arquitectura" descr="Diagrama de arquit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934" y="1234440"/>
            <a:ext cx="3961412" cy="4937760"/>
          </a:xfrm>
          <a:prstGeom prst="rect">
            <a:avLst/>
          </a:prstGeom>
        </p:spPr>
      </p:pic>
      <p:graphicFrame>
        <p:nvGraphicFramePr>
          <p:cNvPr id="3" name="Tabla de no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371600"/>
          <a:ext cx="6172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3429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Función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10.10.10.25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Postfix · Dovecot · OpenDKIM firma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mail2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10.10.10.26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familia.internal · verifica SPF/DKIM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ns1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10.10.10.2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MX · SPF · DKIM · DMARC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resolutor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10.10.10.4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Unbound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cliente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10.10.10.50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swaks · dig · curl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arjeta DNS del correo"/>
          <p:cNvSpPr/>
          <p:nvPr/>
        </p:nvSpPr>
        <p:spPr>
          <a:xfrm>
            <a:off x="5486400" y="4434840"/>
            <a:ext cx="617220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unto DNS del correo"/>
          <p:cNvSpPr/>
          <p:nvPr/>
        </p:nvSpPr>
        <p:spPr>
          <a:xfrm>
            <a:off x="5715000" y="469087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126480" y="459943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DNS del correo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5760720" y="51206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MX 10 mail.horizonte.internal · dos PTR distintos: Docker (127.0.0.11) da red_dns-mail-1, el resolutor da mail.horizonte.internal.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12 · "Funciona" no es "es seguro"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Jacqueline</a:t>
            </a:r>
            <a:endParaRPr lang="en-US" sz="1300" dirty="0"/>
          </a:p>
        </p:txBody>
      </p:sp>
      <p:pic>
        <p:nvPicPr>
          <p:cNvPr id="6" name="Prueba de relay" descr="Prueba de re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473" y="1325880"/>
            <a:ext cx="5139774" cy="3291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863840" y="1325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12</a:t>
            </a:r>
            <a:endParaRPr lang="en-US" sz="54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22860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configuración inicial "que funciona"</a:t>
            </a:r>
            <a:endParaRPr lang="en-US" sz="1400" dirty="0"/>
          </a:p>
        </p:txBody>
      </p:sp>
      <p:sp>
        <p:nvSpPr>
          <p:cNvPr id="9" name="Tarjeta Relay abierto"/>
          <p:cNvSpPr/>
          <p:nvPr/>
        </p:nvSpPr>
        <p:spPr>
          <a:xfrm>
            <a:off x="7863840" y="3291840"/>
            <a:ext cx="37490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unto Relay abierto"/>
          <p:cNvSpPr/>
          <p:nvPr/>
        </p:nvSpPr>
        <p:spPr>
          <a:xfrm>
            <a:off x="8092440" y="354787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503920" y="3456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Relay abierto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39776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Acepta correo de cualquiera para cualquier destino: 250 queued.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Spam con nuestro dominio → listas negras.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12 · Seis parámetros cierran el servidor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Jacqueline</a:t>
            </a:r>
            <a:endParaRPr lang="en-US" sz="1300" dirty="0"/>
          </a:p>
        </p:txBody>
      </p:sp>
      <p:sp>
        <p:nvSpPr>
          <p:cNvPr id="6" name="Fondo de código"/>
          <p:cNvSpPr/>
          <p:nvPr/>
        </p:nvSpPr>
        <p:spPr>
          <a:xfrm>
            <a:off x="548640" y="1325880"/>
            <a:ext cx="6035040" cy="36576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35608"/>
            <a:ext cx="566928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smtpd_banner = $myhostname ESMTP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mydestination = $myhostname, $mydomain,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localhost.$mydomain, localhost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mynetworks = 127.0.0.0/8 10.10.10.50/32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home_mailbox = Maildir/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disable_vrfy_command = yes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aliases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inscripciones: secretaria, rosario.vaca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120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Misma prueba de relay → 554 5.7.1 Relay access denied</a:t>
            </a:r>
            <a:endParaRPr lang="en-US" sz="1700" dirty="0"/>
          </a:p>
        </p:txBody>
      </p:sp>
      <p:pic>
        <p:nvPicPr>
          <p:cNvPr id="9" name="verificar_lab12 12 de 12" descr="verificar_lab12 12 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25880"/>
            <a:ext cx="4800600" cy="301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12 · SMTP a mano, registro y TLS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José María</a:t>
            </a:r>
            <a:endParaRPr lang="en-US" sz="1300" dirty="0"/>
          </a:p>
        </p:txBody>
      </p:sp>
      <p:pic>
        <p:nvPicPr>
          <p:cNvPr id="6" name="SMTP con nc" descr="SMTP con 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754880" cy="3058952"/>
          </a:xfrm>
          <a:prstGeom prst="rect">
            <a:avLst/>
          </a:prstGeom>
        </p:spPr>
      </p:pic>
      <p:pic>
        <p:nvPicPr>
          <p:cNvPr id="7" name="mail.log" descr="mail.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833" y="1325880"/>
            <a:ext cx="5086773" cy="2377440"/>
          </a:xfrm>
          <a:prstGeom prst="rect">
            <a:avLst/>
          </a:prstGeom>
        </p:spPr>
      </p:pic>
      <p:pic>
        <p:nvPicPr>
          <p:cNvPr id="8" name="STARTTLS" descr="STARTT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886200"/>
            <a:ext cx="6080760" cy="12145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13 · Leer solo por IMAPS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Lizeth</a:t>
            </a:r>
            <a:endParaRPr lang="en-US" sz="1300" dirty="0"/>
          </a:p>
        </p:txBody>
      </p:sp>
      <p:sp>
        <p:nvSpPr>
          <p:cNvPr id="6" name="Fondo de código"/>
          <p:cNvSpPr/>
          <p:nvPr/>
        </p:nvSpPr>
        <p:spPr>
          <a:xfrm>
            <a:off x="548640" y="1325880"/>
            <a:ext cx="4937760" cy="384048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35608"/>
            <a:ext cx="457200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 = required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imap-login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inet_listener imap { port = 0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auth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unix_listener /var/spool/postfix/private/auth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 = 0660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= postfix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= postfix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pic>
        <p:nvPicPr>
          <p:cNvPr id="8" name="IMAPS verificado" descr="IMAPS verific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25880"/>
            <a:ext cx="5897880" cy="304052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993 con TLS desde el inicio · 143 cerrado · Verification: OK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13 · Enviar solo con TLS y usuario (587)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Lizeth</a:t>
            </a:r>
            <a:endParaRPr lang="en-US" sz="1300" dirty="0"/>
          </a:p>
        </p:txBody>
      </p:sp>
      <p:graphicFrame>
        <p:nvGraphicFramePr>
          <p:cNvPr id="8" name="Pruebas del 5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Prueba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Respuesta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Sin TLS, con usuario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Host did not advertise authentication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TLS, sin usuario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553 5.7.1 … not logged 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TLS + secretaria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235 Authentication successful · queued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secretaria como rosario.vaca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553 … not owned by user secretaria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swaks 587 aceptado" descr="swaks 587 acep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25880"/>
            <a:ext cx="4983480" cy="2299583"/>
          </a:xfrm>
          <a:prstGeom prst="rect">
            <a:avLst/>
          </a:prstGeom>
        </p:spPr>
      </p:pic>
      <p:pic>
        <p:nvPicPr>
          <p:cNvPr id="8" name="swaks 587 rechazos" descr="swaks 587 rechaz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840480"/>
            <a:ext cx="4983480" cy="1500743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48640" y="45720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La contraseña nunca viaja en claro y nadie usa la dirección de otro.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13 · MX, SPF, DKIM y DMARC en el DNS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Limber</a:t>
            </a:r>
            <a:endParaRPr lang="en-US" sz="1300" dirty="0"/>
          </a:p>
        </p:txBody>
      </p:sp>
      <p:pic>
        <p:nvPicPr>
          <p:cNvPr id="6" name="dig de los registros" descr="dig de los regist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583680" cy="2319639"/>
          </a:xfrm>
          <a:prstGeom prst="rect">
            <a:avLst/>
          </a:prstGeom>
        </p:spPr>
      </p:pic>
      <p:graphicFrame>
        <p:nvGraphicFramePr>
          <p:cNvPr id="9" name="Registr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371600"/>
          <a:ext cx="4251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65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Registro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Qué dice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quién recibe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SPF  v=spf1 mx -all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solo el MX envía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DKIM  mail._domainkey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clave pública de la firma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DMARC  p=quarantine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qué hacer si falla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arjeta OpenDKIM: Nameservers 10.10.10.4"/>
          <p:cNvSpPr/>
          <p:nvPr/>
        </p:nvSpPr>
        <p:spPr>
          <a:xfrm>
            <a:off x="548640" y="4480560"/>
            <a:ext cx="111099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unto OpenDKIM: Nameservers 10.10.10.4"/>
          <p:cNvSpPr/>
          <p:nvPr/>
        </p:nvSpPr>
        <p:spPr>
          <a:xfrm>
            <a:off x="777240" y="473659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188720" y="46451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OpenDKIM: Nameservers 10.10.10.4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5166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OpenDKIM no usa el DNS del sistema: sin esta línea, en el contenedor no llega a la zona interna y diría "key not found in DNS" aunque dig sí la encuentre.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13 · El destino comprueba que el correo es auténtico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Limber</a:t>
            </a:r>
            <a:endParaRPr lang="en-US" sz="1300" dirty="0"/>
          </a:p>
        </p:txBody>
      </p:sp>
      <p:pic>
        <p:nvPicPr>
          <p:cNvPr id="6" name="SPF pass y fail" descr="SPF pass y f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2452702"/>
          </a:xfrm>
          <a:prstGeom prst="rect">
            <a:avLst/>
          </a:prstGeom>
        </p:spPr>
      </p:pic>
      <p:pic>
        <p:nvPicPr>
          <p:cNvPr id="7" name="Firma rota" descr="Firma ro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60520"/>
            <a:ext cx="6035040" cy="137056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949440" y="1325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/ fail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6949440" y="2286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SPF: 10.10.10.25 autorizado · 10.10.10.26 no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6949440" y="31089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signature</a:t>
            </a:r>
            <a:endParaRPr lang="en-US" sz="4000" dirty="0"/>
          </a:p>
        </p:txBody>
      </p:sp>
      <p:sp>
        <p:nvSpPr>
          <p:cNvPr id="11" name="Text 6"/>
          <p:cNvSpPr txBox="1"/>
          <p:nvPr/>
        </p:nvSpPr>
        <p:spPr>
          <a:xfrm>
            <a:off x="6949440" y="4069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DKIM: un asunto cambiado rompe la firma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94944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From = d=horizonte.internal = sobre → alineación DMARC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cabeceras: se leen de abajo hacia arriba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Juniors</a:t>
            </a:r>
            <a:endParaRPr lang="en-US" sz="1300" dirty="0"/>
          </a:p>
        </p:txBody>
      </p:sp>
      <p:pic>
        <p:nvPicPr>
          <p:cNvPr id="6" name="Cabeceras en familia.internal" descr="Cabeceras en familia.inter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2639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589520" y="1325880"/>
            <a:ext cx="4069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Received (abajo): cliente 10.10.10.50 → mail por 587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DKIM-Signature: d=horizonte.internal; s=mail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Received (arriba): mail 10.10.10.25 → mail2 por 25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Received-SPF: Pass · client-ip=10.10.10.25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Authentication-Results: dkim=pass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Thunderbird con dos usuarias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Juniors</a:t>
            </a:r>
            <a:endParaRPr lang="en-US" sz="1300" dirty="0"/>
          </a:p>
        </p:txBody>
      </p:sp>
      <p:pic>
        <p:nvPicPr>
          <p:cNvPr id="6" name="Redactar en Thunderbird" descr="Redactar en Thunder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60" y="1325880"/>
            <a:ext cx="5222159" cy="2743200"/>
          </a:xfrm>
          <a:prstGeom prst="rect">
            <a:avLst/>
          </a:prstGeom>
        </p:spPr>
      </p:pic>
      <p:pic>
        <p:nvPicPr>
          <p:cNvPr id="7" name="Bandeja de rosario.vaca" descr="Bandeja de rosario.va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440680" cy="2425887"/>
          </a:xfrm>
          <a:prstGeom prst="rect">
            <a:avLst/>
          </a:prstGeom>
        </p:spPr>
      </p:pic>
      <p:pic>
        <p:nvPicPr>
          <p:cNvPr id="8" name="Ctrl+U" descr="Ctrl+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478" y="4206240"/>
            <a:ext cx="4308725" cy="201168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217920" y="4206240"/>
            <a:ext cx="5440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IMAP 9993 · SSL/TLS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SMTP 9587 · STARTTLS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 ESMTPSA = TLS + usuario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h=…From:From → From sobrefirmado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dos verificadores al 100 %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Lab 12 · Postfix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Lab 13 · correo seguro</a:t>
            </a:r>
            <a:endParaRPr lang="en-US" sz="1400" dirty="0"/>
          </a:p>
        </p:txBody>
      </p:sp>
      <p:pic>
        <p:nvPicPr>
          <p:cNvPr id="8" name="verificar_lab13" descr="verificar_lab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325880"/>
            <a:ext cx="3931920" cy="2191728"/>
          </a:xfrm>
          <a:prstGeom prst="rect">
            <a:avLst/>
          </a:prstGeom>
        </p:spPr>
      </p:pic>
      <p:graphicFrame>
        <p:nvGraphicFramePr>
          <p:cNvPr id="13" name="Problem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86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74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Solución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apt 403 por HTTP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Espejo HTTPS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5/12 con archivos ya corregidos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Reinstalar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Comillas en PowerShell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Comandos dentro del contenedor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10/15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curl en el cliente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Thunderbird sin servidor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hosts + CA + 9993/9587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 y seguridad</a:t>
            </a:r>
            <a:endParaRPr lang="en-US" sz="3000" dirty="0"/>
          </a:p>
        </p:txBody>
      </p:sp>
      <p:sp>
        <p:nvSpPr>
          <p:cNvPr id="4" name="Tarjeta Para qué la usamos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unto Para qué la usamos"/>
          <p:cNvSpPr/>
          <p:nvPr/>
        </p:nvSpPr>
        <p:spPr>
          <a:xfrm>
            <a:off x="777240" y="162763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Para qué la usamos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Explicar mydestination, mynetworks, SASL, SPF, DKIM y DMARC.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Interpretar mail.log y cabeceras.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Diagnosticar 403, 5/12, 10/15 y Thunderbird.</a:t>
            </a:r>
            <a:endParaRPr lang="en-US" sz="1400" dirty="0"/>
          </a:p>
        </p:txBody>
      </p:sp>
      <p:sp>
        <p:nvSpPr>
          <p:cNvPr id="8" name="Tarjeta Cómo la verificamos"/>
          <p:cNvSpPr/>
          <p:nvPr/>
        </p:nvSpPr>
        <p:spPr>
          <a:xfrm>
            <a:off x="434340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unto Cómo la verificamos"/>
          <p:cNvSpPr/>
          <p:nvPr/>
        </p:nvSpPr>
        <p:spPr>
          <a:xfrm>
            <a:off x="4572000" y="162763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8348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Cómo la verificamos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05740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postconf, swaks, mail.log, dig, openssl, opendkim-testmsg y los verificadores.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Fuentes: RFC 5321, 7208, 6376, 7489.</a:t>
            </a:r>
            <a:endParaRPr lang="en-US" sz="1400" dirty="0"/>
          </a:p>
        </p:txBody>
      </p:sp>
      <p:sp>
        <p:nvSpPr>
          <p:cNvPr id="12" name="Tarjeta Lo que no se hizo"/>
          <p:cNvSpPr/>
          <p:nvPr/>
        </p:nvSpPr>
        <p:spPr>
          <a:xfrm>
            <a:off x="813816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unto Lo que no se hizo"/>
          <p:cNvSpPr/>
          <p:nvPr/>
        </p:nvSpPr>
        <p:spPr>
          <a:xfrm>
            <a:off x="8366760" y="162763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 que no se hizo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205740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Pegar claves privadas o contraseñas reales.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Abrir mynetworks o desactivar TLS "para que funcione".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Usar correos de personas reales.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para la defensa</a:t>
            </a:r>
            <a:endParaRPr lang="en-US" sz="3000" dirty="0"/>
          </a:p>
        </p:txBody>
      </p:sp>
      <p:graphicFrame>
        <p:nvGraphicFramePr>
          <p:cNvPr id="15" name="Tabla de ro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943600"/>
                <a:gridCol w="21031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Integrante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Qué explica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Diapositivas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Lucas Carrasco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Entorno y DNS del correo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Jacqueline Cáceres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Relay abierto y Postfix corregido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3–4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José María Orihuela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SMTP a mano, mail.log y TLS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Lizeth Rodríguez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IMAPS y envío autenticado (587)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6–7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Limber Quispe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SPF, DKIM y DMARC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8–9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Juniors Parapaino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Cabeceras y Thunderbird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10–11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colegio tiene correo propio, cifrado y autenticado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Sin relay abierto · IMAPS 993 · envío 587 con TLS y usuario · SPF, DKIM y DMARC · dos usuarias en Thunderbird</a:t>
            </a:r>
            <a:endParaRPr lang="en-US" sz="20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Repositorio: github.com/Grupo-Sin-Hosting/Actividad-04-Correo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Lección: "funciona" no significa "es seguro"; solo las pruebas lo demuestran.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reo Horizonte">
  <a:themeElements>
    <a:clrScheme name="Correo Horizonte">
      <a:dk1>
        <a:srgbClr val="1B2430"/>
      </a:dk1>
      <a:lt1>
        <a:srgbClr val="FFFFFF"/>
      </a:lt1>
      <a:dk2>
        <a:srgbClr val="0F2E4C"/>
      </a:dk2>
      <a:lt2>
        <a:srgbClr val="EEF3F9"/>
      </a:lt2>
      <a:accent1>
        <a:srgbClr val="1D4E89"/>
      </a:accent1>
      <a:accent2>
        <a:srgbClr val="C25E0A"/>
      </a:accent2>
      <a:accent3>
        <a:srgbClr val="2E7D32"/>
      </a:accent3>
      <a:accent4>
        <a:srgbClr val="5A6672"/>
      </a:accent4>
      <a:accent5>
        <a:srgbClr val="B8C4D2"/>
      </a:accent5>
      <a:accent6>
        <a:srgbClr val="A33B0B"/>
      </a:accent6>
      <a:hlink>
        <a:srgbClr val="1D4E89"/>
      </a:hlink>
      <a:folHlink>
        <a:srgbClr val="5A6672"/>
      </a:folHlink>
    </a:clrScheme>
    <a:fontScheme name="Correo Horizon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Correo institucional seguro — Actividad 04</dc:title>
  <dc:subject>PptxGenJS Presentation</dc:subject>
  <dc:creator>Grupo Sin Hosting</dc:creator>
  <cp:lastModifiedBy>Grupo Sin Hosting</cp:lastModifiedBy>
  <cp:revision>1</cp:revision>
  <dcterms:created xsi:type="dcterms:W3CDTF">2026-10-26T13:41:59Z</dcterms:created>
  <dcterms:modified xsi:type="dcterms:W3CDTF">2026-10-26T13:41:59Z</dcterms:modified>
</cp:coreProperties>
</file>